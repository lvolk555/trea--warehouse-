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2286000"/>
          </a:xfrm>
          <a:prstGeom prst="rect">
            <a:avLst/>
          </a:prstGeom>
        </p:spPr>
      </p:pic>
      <p:pic>
        <p:nvPicPr>
          <p:cNvPr id="4" name="Image 1" descr="/workspace/assets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286000" cy="3657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1097280"/>
            <a:ext cx="22860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2"/>
          <p:cNvSpPr/>
          <p:nvPr/>
        </p:nvSpPr>
        <p:spPr>
          <a:xfrm>
            <a:off x="457200" y="13716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本科毕业论文（设计）答辩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基于SpringBoot的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生鲜超市综合管理系统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的设计与实现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52A45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二级学院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电子信息工程学院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176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专业班级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65176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计算机科学与技术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学生姓名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李磊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04088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指导教师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04088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王丽 / 夏威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西安思源学院 · 2026年5月</a:t>
            </a:r>
            <a:endParaRPr lang="en-US" sz="10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772400" y="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研究背景与意义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88720" y="2240280"/>
            <a:ext cx="3200400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相关技术与可行性分析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88720" y="3017520"/>
            <a:ext cx="3200400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需求分析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188720" y="3794760"/>
            <a:ext cx="3200400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系统设计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663440" y="17373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035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系统实现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303520" y="2240280"/>
            <a:ext cx="3200400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6" name="Shape 23"/>
          <p:cNvSpPr/>
          <p:nvPr/>
        </p:nvSpPr>
        <p:spPr>
          <a:xfrm>
            <a:off x="4663440" y="25146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46634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035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系统测试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303520" y="3017520"/>
            <a:ext cx="3200400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0" name="Shape 27"/>
          <p:cNvSpPr/>
          <p:nvPr/>
        </p:nvSpPr>
        <p:spPr>
          <a:xfrm>
            <a:off x="4663440" y="32918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30352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研究背景与意义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📈 市场规模扩大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数字经济与消费升级，生鲜行业市场规模持续扩大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54864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🔄 三重转型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从卖货向卖服务转型、线上线下融合、多元化交易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00400"/>
            <a:ext cx="54864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⚡ 供应链挑战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生鲜高时效性、易腐性对供应链敏捷性提出更高要求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4864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📉 运营痛点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794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冷链不完善、技术滞后导致高损耗率和运营成本</a:t>
            </a:r>
            <a:endParaRPr lang="en-US" sz="11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研究意义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Significance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20116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运营管理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实现业务流程自动化和规范化，实时监控采购、库存、销售环节，自动生成采购计划，减少损耗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6459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64592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消费者体验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03320" y="3200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线上平台随时随地购物，及时了解优惠促销信息，商品质量追溯，购买放心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64592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20116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6974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行业发展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3200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推动生鲜行业数字化转型，优化供应链，提升运营效率，积累数据为决策提供支撑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相关技术与可行性分析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相关技术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057400" cy="7315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82C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B/S架构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468880"/>
            <a:ext cx="960120" cy="2743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浏览器/服务器模式，跨平台访问，降低用户使用门槛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645920"/>
            <a:ext cx="2057400" cy="7315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SpringBoot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2468880"/>
            <a:ext cx="960120" cy="274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自动配置、起步依赖，简化Java企业级应用开发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645920"/>
            <a:ext cx="2057400" cy="7315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6B2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Vue.js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960120" cy="274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渐进式前端框架，数据驱动、组件化设计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16459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645920"/>
            <a:ext cx="2057400" cy="7315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5AD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MySQL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80960" y="2468880"/>
            <a:ext cx="960120" cy="274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开源关系型数据库，高效稳定，支持高并发</a:t>
            </a:r>
            <a:endParaRPr lang="en-US" sz="11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可行性分析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技术可行性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Java跨平台兼容性好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SpringBoot自动配置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MySQL高效可靠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B/S架构降低门槛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6459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45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经济可行性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技术栈开源免费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降低开发授权成本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丰富社区资源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模块化降低维护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6459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6459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645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操作可行性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浏览器即可访问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操作直观简单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数据校验辅助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跨平台多浏览器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图3-1 顶层数据流图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3_1_dataflow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顶层数据流图展示系统与外部实体的交互关系，清晰呈现两类角色与系统间的核心信息交互。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管理员与用户为系统核心外部实体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5176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展示商品管理、订单处理等数据流向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体现系统边界与外部交互</a:t>
            </a:r>
            <a:endParaRPr lang="en-US" sz="9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图3-2 系统一层数据流图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3_2_dataflow_laye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一层数据流图将系统拆分为五大核心处理过程，明确各过程间的数据流转关系。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用户权限管理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5176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商品库存管理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订单交易管理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营销公告管理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系统数据管理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图3-3 管理员用例图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3_3_admin_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管理员用例图展示管理员角色的全部功能权限，涵盖系统全流程管控功能。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商品管理、库存监控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订单处理、公告发布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投诉建议处理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日志查看、数据统计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图3-4 用户用例图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3_4_user_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用户用例图展示普通用户角色的全部功能，涵盖完整的购物服务流程。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商品浏览、在线购买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5176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购物车管理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订单提交、优惠券领取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个人中心管理</a:t>
            </a:r>
            <a:endParaRPr lang="en-US" sz="9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系统设计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图4-1 系统总体架构图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4_1_syste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系统采用SpringBoot+Vue前后端分离的分层架构，各层通过接口通信，降低耦合度。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表现层：Vue实现用户交互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5176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业务逻辑层：SpringBoot处理核心业务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数据访问层：MyBatis与MySQL交互</a:t>
            </a:r>
            <a:endParaRPr lang="en-US" sz="9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图4-9 系统总体E-R图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4_9_er_to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33756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E-R图展示系统各实体间的关系，包括管理员、用户、商品、订单、优惠券、公告等核心实体。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管理员实体：管理优惠券、商品、公告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5176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用户实体：领取优惠券、下单购买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商品信息实体：商品详情存储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订单实体：交易记录存储</a:t>
            </a:r>
            <a:endParaRPr lang="en-US" sz="9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系统实现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图5-1 用户登录页面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5_1_user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用户登录功能支持账号密码登录，系统通过后台验证用户身份，验证通过后生成会话令牌，跳转至系统前台首页。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账号密码登录验证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会话令牌生成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支持用户注册功能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安全身份认证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图5-3 生鲜商品购买页面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商品购买功能允许用户浏览商品列表，查看商品详情，选择商品加入购物车或直接购买，系统自动跳转至支付页面完成下单流程。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商品列表浏览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商品详情查看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购物车管理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在线支付下单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15" name="Image 0" descr="/workspace/assets/fig5_3_product_purc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4206240" cy="3474720"/>
          </a:xfrm>
          <a:prstGeom prst="rect">
            <a:avLst/>
          </a:prstGeom>
        </p:spPr>
      </p:pic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图5-5 优惠券领取页面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5_5_coup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优惠券功能允许用户浏览可用优惠券，查看优惠详情，使用积分兑换或直接领取优惠券，领取后可在购物时使用获得折扣优惠。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优惠券列表展示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积分兑换功能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优惠券领取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购物抵扣使用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图5-7 个人中心页面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个人中心功能允许用户管理个人信息、修改密码、查看订单记录、管理收货地址、查看积分余额等，实现个性化账户管理。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个人信息管理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订单记录查看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收货地址管理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积分余额查询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15" name="Image 0" descr="/workspace/assets/fig5_7_user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4206240" cy="3474720"/>
          </a:xfrm>
          <a:prstGeom prst="rect">
            <a:avLst/>
          </a:prstGeom>
        </p:spPr>
      </p:pic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图5-8 后台登录页面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5_8_admin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管理员登录功能，管理员输入账号密码，系统验证身份后生成会话标识，跳转至后台管理首页，可访问全部管理功能模块。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管理员身份验证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会话标识生成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权限控制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后台首页跳转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图5-10 用户管理页面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用户管理功能允许管理员查看所有注册用户信息，支持用户信息的增删改查操作，管理用户账号状态，保障系统访问安全。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用户信息查看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用户增删改查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账号状态管理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访问安全保障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15" name="Image 0" descr="/workspace/assets/fig5_10_user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4206240" cy="3474720"/>
          </a:xfrm>
          <a:prstGeom prst="rect">
            <a:avLst/>
          </a:prstGeom>
        </p:spPr>
      </p:pic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图5-11 商品信息管理页面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5_11_product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商品管理功能允许管理员新增、编辑、删除商品信息，设置商品价格、库存、预警值，管理商品上下架状态，查看商品浏览量统计。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商品信息增删改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价格库存设置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库存预警配置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上下架状态管理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图5-13 公告信息管理页面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公告管理功能允许管理员发布、编辑、删除公告信息，公告内容支持富文本编辑，发布后用户端可实时查看最新公告动态。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公告发布编辑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富文本编辑支持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公告删除管理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用户端实时展示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15" name="Image 0" descr="/workspace/assets/fig5_13_news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4206240" cy="3474720"/>
          </a:xfrm>
          <a:prstGeom prst="rect">
            <a:avLst/>
          </a:prstGeom>
        </p:spPr>
      </p:pic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图5-15 优惠券管理页面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6" name="Image 0" descr="/workspace/assets/fig5_15_coupon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优惠券管理功能允许管理员创建满减券、折扣券等多种类型优惠券，设置使用门槛、过期时间、所需积分，管理优惠券库存。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满减券/折扣券创建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使用门槛设置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过期时间配置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积分兑换设置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图5-17 系统管理页面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系统管理功能允许管理员管理轮播图、系统简介等基础信息，配置系统参数，查看操作日志，保障系统安全稳定运行。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轮播图管理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系统简介配置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系统参数设置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操作日志查看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pic>
        <p:nvPicPr>
          <p:cNvPr id="15" name="Image 0" descr="/workspace/assets/fig5_17_system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4206240" cy="3474720"/>
          </a:xfrm>
          <a:prstGeom prst="rect">
            <a:avLst/>
          </a:prstGeom>
        </p:spPr>
      </p:pic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系统测试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系统测试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测试环境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操作系统: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CentOS 7.9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处理器: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Intel Core i5-12400F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后端框架: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SpringBoot 2.7.5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数据库: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MySQL 8.0 + Redis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前端框架: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Vue.js + Node.js 16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测试方法: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黑盒测试为主、白盒测试为辅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测试结果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用户登录注册 — 通过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商品信息管理 — 通过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订单与购买 — 通过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库存预警 — 通过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公告管理 — 通过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投诉建议 — 通过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17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结论：系统功能完整、性能稳定、安全可用，完全符合生鲜超市信息化管理需求，达到预期设计目标。</a:t>
            </a:r>
            <a:endParaRPr lang="en-US" sz="11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西安思源学院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工作总结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采用SpringBoot+Vue前后端分离架构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B/S模式，MySQL数据库存储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用户端：商品浏览、在线购买、优惠券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管理端：商品/订单/库存/用户管理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数据可视化：Echarts多维分析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满足中小型生鲜超市信息化需求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大数据分析实现个性化推荐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引入AI智能客服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增加供应商管理模块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开发移动端APP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加强用户行为分析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采用更先进的安全防护机制</a:t>
            </a:r>
            <a:endParaRPr lang="en-US" sz="11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workspace/assets/decoration2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pic>
        <p:nvPicPr>
          <p:cNvPr id="4" name="Image 1" descr="/workspace/assets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228600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感谢各位老师的聆听与指导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答辩人：李磊    |    指导教师：王丽 / 夏威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电子信息工程学院 · 计算机科学与技术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西安思源学院 · 2026年5月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基于SpringBoot的生鲜超市综合管理系统的设计与实现 - 毕业答辩</dc:title>
  <dc:subject>PptxGenJS Presentation</dc:subject>
  <dc:creator>李磊</dc:creator>
  <cp:lastModifiedBy>李磊</cp:lastModifiedBy>
  <cp:revision>1</cp:revision>
  <dcterms:created xsi:type="dcterms:W3CDTF">2026-05-21T12:46:15Z</dcterms:created>
  <dcterms:modified xsi:type="dcterms:W3CDTF">2026-05-21T12:46:15Z</dcterms:modified>
</cp:coreProperties>
</file>